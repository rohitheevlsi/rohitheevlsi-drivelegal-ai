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🚦 Welcome to DriveLegal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AI‑powered traffic‑law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Millions of Indian drivers receive over‑charged traffic challans every year.</a:t>
            </a:r>
          </a:p>
          <a:p>
            <a:pPr>
              <a:defRPr sz="2400"/>
            </a:pPr>
            <a:r>
              <a:t>Legal fine amounts differ across 18+ states – drivers lack clear guidance.</a:t>
            </a:r>
          </a:p>
          <a:p>
            <a:pPr>
              <a:defRPr sz="2400"/>
            </a:pPr>
            <a:r>
              <a:t>Disputing fines requires a lawyer – costly and time‑consuming.</a:t>
            </a:r>
          </a:p>
          <a:p>
            <a:pPr>
              <a:defRPr sz="2400"/>
            </a:pPr>
            <a:r>
              <a:t>Language barriers leave rural users unsupported.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Upload a challan photo – AI instantly validates the fine against the MV Act 2019.</a:t>
            </a:r>
          </a:p>
          <a:p>
            <a:pPr>
              <a:defRPr sz="2400"/>
            </a:pPr>
            <a:r>
              <a:t>One‑click generation of a printer‑ready dispute letter with legal citations.</a:t>
            </a:r>
          </a:p>
          <a:p>
            <a:pPr>
              <a:defRPr sz="2400"/>
            </a:pPr>
            <a:r>
              <a:t>Multilingual AI chat (10+ Indian languages) for any traffic‑law query.</a:t>
            </a:r>
          </a:p>
          <a:p>
            <a:pPr>
              <a:defRPr sz="2400"/>
            </a:pPr>
            <a:r>
              <a:t>Integrated calculators: fine, BAC, penalty points, document expiry, speed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Over‑charge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AI flags ₹5,000 fine as OVERCHARGED – correct fine is ₹1,000.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💰 Saves drivers up to ₹50,000 per year by preventing over‑charges.</a:t>
            </a:r>
          </a:p>
          <a:p>
            <a:pPr>
              <a:defRPr sz="2400"/>
            </a:pPr>
            <a:r>
              <a:t>🛡️ Empowers 30 crore Indian vehicle owners with legal clarity.</a:t>
            </a:r>
          </a:p>
          <a:p>
            <a:pPr>
              <a:defRPr sz="2400"/>
            </a:pPr>
            <a:r>
              <a:t>🚫 Reduces corruption – officers cannot arbitrarily inflate fines.</a:t>
            </a:r>
          </a:p>
          <a:p>
            <a:pPr>
              <a:defRPr sz="2400"/>
            </a:pPr>
            <a:r>
              <a:t>🤝 Aligns with MoRTH Vision Zero 2030 and Digital India initiatives.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WhatsApp bot for on‑the‑go access.</a:t>
            </a:r>
          </a:p>
          <a:p>
            <a:pPr>
              <a:defRPr sz="2400"/>
            </a:pPr>
            <a:r>
              <a:t>GPS‑based automatic state detection.</a:t>
            </a:r>
          </a:p>
          <a:p>
            <a:pPr>
              <a:defRPr sz="2400"/>
            </a:pPr>
            <a:r>
              <a:t>Integration with UMANG &amp; DigiLocker for document verification.</a:t>
            </a:r>
          </a:p>
          <a:p>
            <a:pPr>
              <a:defRPr sz="2400"/>
            </a:pPr>
            <a:r>
              <a:t>AI‑driven outcome predictor for court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Visit the live demo: https://rohitheevlsi-drivelegal-ai.onrender.com</a:t>
            </a:r>
          </a:p>
          <a:p>
            <a:r>
              <a:t>GitHub: https://github.com/rohitheevlsi/rohitheevlsi-drivelegal-ai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