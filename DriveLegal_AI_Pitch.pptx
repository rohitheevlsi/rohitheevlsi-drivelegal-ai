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5303520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463040"/>
            <a:ext cx="3474720" cy="3474720"/>
          </a:xfrm>
          <a:prstGeom prst="ellipse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FFFF"/>
                </a:solidFill>
                <a:latin typeface="Calibri"/>
              </a:rPr>
              <a:t>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00584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DriveLegal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0116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B4D8"/>
                </a:solidFill>
                <a:latin typeface="Calibri"/>
              </a:rPr>
              <a:t>India's AI-Powered Traffic Law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4552" cy="164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30175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Road Safety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290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CoERS, IIT Madras  ×  MoRTH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572000"/>
            <a:ext cx="1737360" cy="5943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59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30Cr+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4864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Citizens Reached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572000"/>
            <a:ext cx="1737360" cy="5943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64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States 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59" y="4572000"/>
            <a:ext cx="1737360" cy="5943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4526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4864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D1B2A"/>
                </a:solidFill>
                <a:latin typeface="Calibri"/>
              </a:rP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9436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E0B"/>
                </a:solidFill>
                <a:latin typeface="Calibri"/>
              </a:rPr>
              <a:t>Track 1 — DriveLegal: Simplifying Traffic Laws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  <a:latin typeface="Calibri"/>
              </a:rPr>
              <a:t>Every day, millions of Indians lose to a system they don't understand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19202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4008" cy="19202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4444"/>
                </a:solidFill>
                <a:latin typeface="Calibri"/>
              </a:rPr>
              <a:t>1.7 Lakh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Road fatalities
every year in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566160" cy="19202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64008" cy="192024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2618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BE0B"/>
                </a:solidFill>
                <a:latin typeface="Calibri"/>
              </a:rPr>
              <a:t>₹500Cr+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Overcharged challans
issued 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566160" cy="19202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64008" cy="1920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26187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B4D8"/>
                </a:solidFill>
                <a:latin typeface="Calibri"/>
              </a:rPr>
              <a:t>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Crashes caused
by driver negligence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Citizens don't know exact fine amounts — officers exploit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95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State-wise fine differences confuse drivers across 18+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542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542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No affordable way to dispute wrongful challans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1266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126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Calibri"/>
              </a:rPr>
              <a:t>Language barriers leave rural India completely unprotected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  <a:latin typeface="Calibri"/>
              </a:rPr>
              <a:t>One free app that gives every Indian driver the legal superpower of a lawyer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92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AI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5856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Ask any traffic law question
in 10+ Indian languages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23444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3441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92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Challan Validator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5856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Upload challan photo — AI
verifies if fine is 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23444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3441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1892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Dispute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25856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Auto-generates print-ready
formal dispute letters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23444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59" y="13441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892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Fine Calculator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5856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Exact legal fines for 30+
violations across 18 states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23444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34416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18928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BAC Calculator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225856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Widmark-formula blood alcohol
estimate with legal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502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498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Penalty 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86460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Track licence demerit points
and suspension thresholds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84048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9502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498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Doc Checker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6460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Expiry alerts for DL, RC,
Insurance, PUC, FC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79" y="384048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9502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19" y="4498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Know Your Rights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19" y="486460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What officers CAN and CANNOT
do at checkpoints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199" y="384048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59" y="39502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🗺️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498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State Comparator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6460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Side-by-side comparison of
rules across any 2 states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19" y="3840480"/>
            <a:ext cx="2103120" cy="23317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395020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59" y="4498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Speed 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59" y="486460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  <a:latin typeface="Calibri"/>
              </a:rPr>
              <a:t>Complete speed limit table
by road &amp; vehicle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  <a:latin typeface="Calibri"/>
              </a:rPr>
              <a:t>Offline-first Python stack · Claude AI vision · Zero-database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011680" cy="13258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011680" cy="12801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
(Any Device)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7373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325880"/>
            <a:ext cx="2011680" cy="13258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325880"/>
            <a:ext cx="2011680" cy="128016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46304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Streamlit UI
+ 10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7373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25880"/>
            <a:ext cx="2011680" cy="13258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325880"/>
            <a:ext cx="2011680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6304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Claude API
(Vision + Text)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7373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1325880"/>
            <a:ext cx="2011680" cy="13258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19" y="1325880"/>
            <a:ext cx="2011680" cy="1280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46304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MV Act 2019
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17373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325880"/>
            <a:ext cx="2011680" cy="13258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325880"/>
            <a:ext cx="2011680" cy="128016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463040"/>
            <a:ext cx="182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Response
(Streamed)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Language: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474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Python 3.12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UI Framework: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858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Streamlit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42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AI Model: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2428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Claude claude-opus-4-5 (Anthropic)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268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Vision AI: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62686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Base64 Challan Upload → Claude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10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Data Layer: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0109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laws_data.py — 18 states, MV Act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Tests: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26 unit tests — pytest (all passing ✅)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79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Deployment: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7790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Streamlit Cloud — 1-click, free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63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E0B"/>
                </a:solidFill>
                <a:latin typeface="Calibri"/>
              </a:rPr>
              <a:t>Offline: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61630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All calculators work without internet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What Makes Us Different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34747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🔒  No cloud DB — all data embedded in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950208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📡  Offline-first: works even with weak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442569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👁️  Only app with AI challan image 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901183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✉️  Auto-generates legally formatted dispute letters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37667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🌐  10+ Indian languages — truly accessible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8521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F4F8"/>
                </a:solidFill>
                <a:latin typeface="Calibri"/>
              </a:rPr>
              <a:t>⚡  Exponential backoff — production-grade API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  <a:latin typeface="Calibri"/>
              </a:rPr>
              <a:t>Scalable, measurable, aligned with MoRTH and Digital India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D8"/>
                </a:solidFill>
                <a:latin typeface="Calibri"/>
              </a:rPr>
              <a:t>30 Crore+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Vehicle owners
can use this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651760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5D4"/>
                </a:solidFill>
                <a:latin typeface="Calibri"/>
              </a:rPr>
              <a:t>26 /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Unit tests
passing 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2651760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E0B"/>
                </a:solidFill>
                <a:latin typeface="Calibri"/>
              </a:rPr>
              <a:t>₹0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Cost to citizens
(completely free)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188720"/>
            <a:ext cx="2651760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801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4444"/>
                </a:solidFill>
                <a:latin typeface="Calibri"/>
              </a:rPr>
              <a:t>&lt; 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0116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Time to generate
a dispute 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  <a:latin typeface="Calibri"/>
              </a:rPr>
              <a:t>Direct Alignment with Hackathon Track 1 — DriveLegal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8"/>
                </a:solidFill>
                <a:latin typeface="Calibri"/>
              </a:rPr>
              <a:t>Location-specific traffic law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794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18 Indian states, MV Act 2019, CMVR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074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8"/>
                </a:solidFill>
                <a:latin typeface="Calibri"/>
              </a:rPr>
              <a:t>Single interface for national + state regulations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074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laws_data.py — one file, all states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005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2005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8"/>
                </a:solidFill>
                <a:latin typeface="Calibri"/>
              </a:rPr>
              <a:t>Improve legal compliance through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200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AI chat, rights advisor, multilingual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327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3270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8"/>
                </a:solidFill>
                <a:latin typeface="Calibri"/>
              </a:rPr>
              <a:t>Implementation-ready, governance-integrable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63270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  <a:latin typeface="Calibri"/>
              </a:rPr>
              <a:t>Deployed on Streamlit Cloud, open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8"/>
                </a:solidFill>
                <a:latin typeface="Calibri"/>
              </a:rPr>
              <a:t>From hackathon prototype to national-scale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115568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39112" y="1124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298448"/>
            <a:ext cx="1828800" cy="8229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566160" cy="47091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64008" cy="4709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Phase 1
✅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Hackathon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10-feature Streamlit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18-state fine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AI challan validator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26 unit tests passing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206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Multilingual AI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115568"/>
            <a:ext cx="457200" cy="45720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1124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298448"/>
            <a:ext cx="1828800" cy="82296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1691640"/>
            <a:ext cx="3566160" cy="47091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1691640"/>
            <a:ext cx="64008" cy="4709160"/>
          </a:xfrm>
          <a:prstGeom prst="rect">
            <a:avLst/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783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E0B"/>
                </a:solidFill>
                <a:latin typeface="Calibri"/>
              </a:rPr>
              <a:t>Phase 2
⚡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Post-Hackathon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92608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WhatsApp Bot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Real-time MoRTH API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6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GPS-based state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572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Offline APK via Kivy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1206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UMANG super-app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115568"/>
            <a:ext cx="457200" cy="457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11512" y="11247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691640"/>
            <a:ext cx="3566160" cy="47091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1691640"/>
            <a:ext cx="64008" cy="47091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178308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5D4"/>
                </a:solidFill>
                <a:latin typeface="Calibri"/>
              </a:rPr>
              <a:t>Phase 3
🎯 Vision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395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National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92608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Partner with traffic police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47472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Integration with DigiLocker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02336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RTO database API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57200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Court e-filing for disputes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120640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• AI court outcome predictor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11274552" cy="164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B4D8"/>
                </a:solidFill>
                <a:latin typeface="Calibri"/>
              </a:rPr>
              <a:t>Aligned with: Digital India · AI for All · Vision Zero 2030 · MoRTH Road Safety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FFFFF"/>
                </a:solidFill>
                <a:latin typeface="Calibri"/>
              </a:rPr>
              <a:t>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  <a:latin typeface="Calibri"/>
              </a:rPr>
              <a:t>DriveLegal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  <a:latin typeface="Calibri"/>
              </a:rPr>
              <a:t>MIT License · 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  <a:latin typeface="Calibri"/>
              </a:rPr>
              <a:t>Let's make Indian roads safer —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74552" cy="1645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743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743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GitHub: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github.com/rohitheevlsi/rohitheevlsi-drivelegal-ai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290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Live Demo: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drivelegal-ai.streamlit.app (deploy before submission)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114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Contact: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rohitheevlsi@github.com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754880"/>
            <a:ext cx="13716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10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754880"/>
            <a:ext cx="13716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18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4754880"/>
            <a:ext cx="13716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10+ Languages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4754880"/>
            <a:ext cx="13716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26 Tests 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33888" y="4754880"/>
            <a:ext cx="13716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D1B2A"/>
                </a:solidFill>
                <a:latin typeface="Calibri"/>
              </a:rPr>
              <a:t>Free Forever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943600"/>
            <a:ext cx="8074152" cy="914400"/>
          </a:xfrm>
          <a:prstGeom prst="rect">
            <a:avLst/>
          </a:prstGeom>
          <a:solidFill>
            <a:srgbClr val="0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6080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Road Safety Hackathon 2026  ·  CoERS, IIT Madras  ×  MoRTH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